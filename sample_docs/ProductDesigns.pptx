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41D46-14B6-4C31-A230-A58C5D093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79A464-DE52-A5D4-7E2A-FCD4A9EC3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D9FAE-5B64-2925-0936-4815E5C03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A03A-4414-43B7-BA27-E4629E5763D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C6A7A-C611-5C09-9DEF-E832DC2FF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8B735-97E5-2F40-571B-5DB6069F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7B8D-474F-4130-B6B8-D388725E1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366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2E7F9-7EE1-29FB-AFC9-45C8183D9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9090A-80FE-547F-5A1D-BB790C736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30B76-7CB1-A76C-868F-AC951406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A03A-4414-43B7-BA27-E4629E5763D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B0425-8497-48B6-783A-B0B257D80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00FE1-E678-B214-D016-419554653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7B8D-474F-4130-B6B8-D388725E1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48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2757D-CAB6-94B3-CE80-36DD4AD4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294EC-20D7-B9E5-768E-D9D108B76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F950A-FA0B-6A65-8AB6-18C783795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A03A-4414-43B7-BA27-E4629E5763D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14167-B4A8-CE5B-85DC-0F57C261E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A92EF-A34D-5D6F-F71A-79F3BD6ED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7B8D-474F-4130-B6B8-D388725E1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028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3730E-73CF-F9AA-71EC-B7E509AA0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13913-B2F7-D6CE-B491-C8E5989F37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E380A-C90C-74A6-DDB1-4C67CA509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5C699-BAD7-C8F9-7C20-303AC7374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A03A-4414-43B7-BA27-E4629E5763D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9A924-376D-1937-C239-5BD241764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76CE2-0D32-D93E-AFA4-193D6311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7B8D-474F-4130-B6B8-D388725E1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C95E-FBB3-F086-B83C-A969AB20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C7D29-71F5-724F-5E65-9883DEDB8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171978-6C0E-5F9D-2D16-166E0BD7C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49637-1DA6-8ADB-511D-6C347C7BEF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DD2AAE-2323-33EE-169A-DA8DDEC0D0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315F1A-6E10-2AFB-AF85-17A5337FE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A03A-4414-43B7-BA27-E4629E5763D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C0BB61-FFDE-5C76-4FBC-2CC8EB559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500008-9EAD-6D0E-F44D-66B47C79C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7B8D-474F-4130-B6B8-D388725E1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423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98D1-1069-8408-1D73-F75FD84D3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A450F2-6BFB-BFEB-1D24-981825111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A03A-4414-43B7-BA27-E4629E5763D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1A9D1-E9E3-47F7-D4C0-E3D1D2D61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F8531-A44E-2AF4-8291-A0374D87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7B8D-474F-4130-B6B8-D388725E1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29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B4B788-5672-B27B-4543-919A61DB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A03A-4414-43B7-BA27-E4629E5763D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CB4D15-0C97-730B-0CF5-6DA8C897A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0F1AE-2F49-B3D8-0F61-A377A849C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7B8D-474F-4130-B6B8-D388725E1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158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5FF4-5059-9B3C-D02E-D94039C65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39262-0052-146C-60AF-13968B991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83704-6D7D-74AE-93F7-FD5A21EFA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1E367-D82C-96FE-6F31-2883D1E70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A03A-4414-43B7-BA27-E4629E5763D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36AA4-2758-9AC5-728F-8BF65D5E3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998C0-2DF9-28A4-50C8-BBD894ED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7B8D-474F-4130-B6B8-D388725E1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446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7B944-3B8E-8F80-1BE9-4E96EF565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584D2A-1907-9018-7A60-2793632AC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98654-98CF-6608-B3BA-19AA1CD8A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422BA-A5D9-9678-348F-82DE9503F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A03A-4414-43B7-BA27-E4629E5763D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24C13-1E36-F183-CB8E-99826647F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E49BB-5EE5-F2E2-1A3E-7CF3D839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7B8D-474F-4130-B6B8-D388725E1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219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23F59-22B9-3CD4-D9F2-52CC5A15A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A2265C-2379-D837-DC42-EFCC4F4C0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AB7BB-BC95-B921-ADFB-D35A3B61D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A03A-4414-43B7-BA27-E4629E5763D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03389-7B08-A44B-92A1-071B20A83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2813-E419-FD7C-12DD-E4A06E16D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7B8D-474F-4130-B6B8-D388725E1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0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6E29CC-C627-8226-FF77-F694B03FE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B5B58C-2AF9-47CE-DADC-EC861E1A0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17983-2D51-6D9E-315F-E91F919E7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A03A-4414-43B7-BA27-E4629E5763D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56763-6431-5AB0-8B14-B264B8B6E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949B8-63DF-FEB9-0130-7414E47D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7B8D-474F-4130-B6B8-D388725E1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950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5696D-62BC-3D2A-8CCC-BCE9619B1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234EE-0456-782B-AC89-C69407D37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19902-1A5C-8A2C-E4C0-710346DAA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3A03A-4414-43B7-BA27-E4629E5763DB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AC104-BE6A-9876-761B-BF34E3FAEA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51D9A-7C85-9967-E4CB-6C2524300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97B8D-474F-4130-B6B8-D388725E1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680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B8545A-DF6C-1081-899F-FBB7AAD0AF91}"/>
              </a:ext>
            </a:extLst>
          </p:cNvPr>
          <p:cNvSpPr/>
          <p:nvPr/>
        </p:nvSpPr>
        <p:spPr>
          <a:xfrm>
            <a:off x="3899141" y="1125751"/>
            <a:ext cx="3255035" cy="379993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UI</a:t>
            </a:r>
            <a:endParaRPr lang="en-IN" sz="32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218CFC-206F-0488-95D6-D969454094E3}"/>
              </a:ext>
            </a:extLst>
          </p:cNvPr>
          <p:cNvSpPr/>
          <p:nvPr/>
        </p:nvSpPr>
        <p:spPr>
          <a:xfrm>
            <a:off x="8292860" y="1932315"/>
            <a:ext cx="2001329" cy="246715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DC88FB4B-F681-C287-5F00-16C1E0050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4038" y="5121213"/>
            <a:ext cx="914400" cy="914400"/>
          </a:xfrm>
          <a:prstGeom prst="rect">
            <a:avLst/>
          </a:prstGeom>
        </p:spPr>
      </p:pic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id="{56DDBEE1-3362-5662-93AC-2184FDA5FB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974" y="1017915"/>
            <a:ext cx="914400" cy="914400"/>
          </a:xfrm>
          <a:prstGeom prst="rect">
            <a:avLst/>
          </a:prstGeom>
        </p:spPr>
      </p:pic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288CA672-C2CE-789E-4E00-CA9B17AA6111}"/>
              </a:ext>
            </a:extLst>
          </p:cNvPr>
          <p:cNvCxnSpPr>
            <a:cxnSpLocks/>
            <a:endCxn id="20" idx="4"/>
          </p:cNvCxnSpPr>
          <p:nvPr/>
        </p:nvCxnSpPr>
        <p:spPr>
          <a:xfrm flipV="1">
            <a:off x="2472908" y="4583503"/>
            <a:ext cx="2999114" cy="1258019"/>
          </a:xfrm>
          <a:prstGeom prst="curvedConnector2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028F6741-52DE-46B1-4A8F-A865D68CB700}"/>
              </a:ext>
            </a:extLst>
          </p:cNvPr>
          <p:cNvCxnSpPr>
            <a:cxnSpLocks/>
          </p:cNvCxnSpPr>
          <p:nvPr/>
        </p:nvCxnSpPr>
        <p:spPr>
          <a:xfrm>
            <a:off x="1515374" y="1475115"/>
            <a:ext cx="3332670" cy="720307"/>
          </a:xfrm>
          <a:prstGeom prst="curvedConnector3">
            <a:avLst>
              <a:gd name="adj1" fmla="val 50000"/>
            </a:avLst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92DFB23-A128-5086-2491-9131D59610A4}"/>
              </a:ext>
            </a:extLst>
          </p:cNvPr>
          <p:cNvSpPr/>
          <p:nvPr/>
        </p:nvSpPr>
        <p:spPr>
          <a:xfrm>
            <a:off x="4848045" y="1604513"/>
            <a:ext cx="1247955" cy="10351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UI</a:t>
            </a:r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495791-4CED-AFA0-CA1D-586DE33EAD4F}"/>
              </a:ext>
            </a:extLst>
          </p:cNvPr>
          <p:cNvSpPr/>
          <p:nvPr/>
        </p:nvSpPr>
        <p:spPr>
          <a:xfrm>
            <a:off x="4848044" y="3548333"/>
            <a:ext cx="1247955" cy="10351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Admin UI</a:t>
            </a:r>
            <a:endParaRPr lang="en-IN" dirty="0"/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9BF48AA1-CF26-8721-0879-A4A802156B57}"/>
              </a:ext>
            </a:extLst>
          </p:cNvPr>
          <p:cNvCxnSpPr>
            <a:cxnSpLocks/>
            <a:stCxn id="8" idx="0"/>
          </p:cNvCxnSpPr>
          <p:nvPr/>
        </p:nvCxnSpPr>
        <p:spPr>
          <a:xfrm rot="5400000" flipH="1" flipV="1">
            <a:off x="2219146" y="2339915"/>
            <a:ext cx="2773390" cy="2789206"/>
          </a:xfrm>
          <a:prstGeom prst="curvedConnector2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2F5605A-2302-10E2-5A3C-E3BFC5D8298F}"/>
              </a:ext>
            </a:extLst>
          </p:cNvPr>
          <p:cNvSpPr txBox="1"/>
          <p:nvPr/>
        </p:nvSpPr>
        <p:spPr>
          <a:xfrm>
            <a:off x="4620884" y="5476903"/>
            <a:ext cx="1811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Roles:</a:t>
            </a:r>
          </a:p>
          <a:p>
            <a:pPr marL="342900" indent="-342900">
              <a:buAutoNum type="arabicPeriod"/>
            </a:pPr>
            <a:r>
              <a:rPr lang="en-US" dirty="0"/>
              <a:t>User</a:t>
            </a:r>
          </a:p>
          <a:p>
            <a:pPr marL="342900" indent="-342900">
              <a:buAutoNum type="arabicPeriod"/>
            </a:pPr>
            <a:r>
              <a:rPr lang="en-US" dirty="0"/>
              <a:t>Admin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19148D-C9D1-230B-0B8F-6F89AAE04E9B}"/>
              </a:ext>
            </a:extLst>
          </p:cNvPr>
          <p:cNvSpPr txBox="1"/>
          <p:nvPr/>
        </p:nvSpPr>
        <p:spPr>
          <a:xfrm>
            <a:off x="8626415" y="5215233"/>
            <a:ext cx="1811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Roles:</a:t>
            </a:r>
          </a:p>
          <a:p>
            <a:r>
              <a:rPr lang="en-US" dirty="0"/>
              <a:t>1. Admin</a:t>
            </a:r>
          </a:p>
          <a:p>
            <a:r>
              <a:rPr lang="en-US" dirty="0"/>
              <a:t>2. User</a:t>
            </a:r>
          </a:p>
          <a:p>
            <a:r>
              <a:rPr lang="en-US" dirty="0"/>
              <a:t>3. Custom Roles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E2DFC25-1E3E-F064-5722-1DCA796DD574}"/>
              </a:ext>
            </a:extLst>
          </p:cNvPr>
          <p:cNvSpPr/>
          <p:nvPr/>
        </p:nvSpPr>
        <p:spPr>
          <a:xfrm>
            <a:off x="8771626" y="2694675"/>
            <a:ext cx="1043796" cy="9424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 E</a:t>
            </a:r>
            <a:endParaRPr lang="en-IN" dirty="0"/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A22284CD-AEF3-0525-8494-2C2A46AD5C18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7154176" y="3025719"/>
            <a:ext cx="1138684" cy="140174"/>
          </a:xfrm>
          <a:prstGeom prst="curvedConnector3">
            <a:avLst>
              <a:gd name="adj1" fmla="val 50000"/>
            </a:avLst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47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User outline">
            <a:extLst>
              <a:ext uri="{FF2B5EF4-FFF2-40B4-BE49-F238E27FC236}">
                <a16:creationId xmlns:a16="http://schemas.microsoft.com/office/drawing/2014/main" id="{6D703801-A615-8833-EE63-49CB44D7A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777" y="1667775"/>
            <a:ext cx="642668" cy="642668"/>
          </a:xfrm>
          <a:prstGeom prst="rect">
            <a:avLst/>
          </a:prstGeom>
        </p:spPr>
      </p:pic>
      <p:pic>
        <p:nvPicPr>
          <p:cNvPr id="6" name="Graphic 5" descr="User outline">
            <a:extLst>
              <a:ext uri="{FF2B5EF4-FFF2-40B4-BE49-F238E27FC236}">
                <a16:creationId xmlns:a16="http://schemas.microsoft.com/office/drawing/2014/main" id="{87090BE6-516B-7355-AA74-BBF0557C3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0214" y="4893334"/>
            <a:ext cx="642668" cy="64266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36BC79-0E82-BD39-4902-FCBB322355AA}"/>
              </a:ext>
            </a:extLst>
          </p:cNvPr>
          <p:cNvSpPr/>
          <p:nvPr/>
        </p:nvSpPr>
        <p:spPr>
          <a:xfrm>
            <a:off x="2252210" y="1633270"/>
            <a:ext cx="1319126" cy="8108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Choose</a:t>
            </a:r>
            <a:br>
              <a:rPr lang="en-US" dirty="0"/>
            </a:br>
            <a:r>
              <a:rPr lang="en-US" dirty="0"/>
              <a:t>Theatre and slot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866EB6-24F5-D710-190B-2121FE29DF68}"/>
              </a:ext>
            </a:extLst>
          </p:cNvPr>
          <p:cNvSpPr/>
          <p:nvPr/>
        </p:nvSpPr>
        <p:spPr>
          <a:xfrm>
            <a:off x="10114471" y="1717377"/>
            <a:ext cx="1155940" cy="6426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Payment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109916-3EB0-4AC2-864D-19C8CEEFECA6}"/>
              </a:ext>
            </a:extLst>
          </p:cNvPr>
          <p:cNvSpPr/>
          <p:nvPr/>
        </p:nvSpPr>
        <p:spPr>
          <a:xfrm>
            <a:off x="8330602" y="1717377"/>
            <a:ext cx="1155940" cy="6426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Booking Details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B92D05-B292-6B44-824F-1C2EC57B4669}"/>
              </a:ext>
            </a:extLst>
          </p:cNvPr>
          <p:cNvSpPr/>
          <p:nvPr/>
        </p:nvSpPr>
        <p:spPr>
          <a:xfrm>
            <a:off x="6096000" y="1633270"/>
            <a:ext cx="1319126" cy="8108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Choose</a:t>
            </a:r>
            <a:br>
              <a:rPr lang="en-US" dirty="0"/>
            </a:br>
            <a:r>
              <a:rPr lang="en-US" dirty="0"/>
              <a:t>Add Ons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DB7B974-0C58-D14C-EB89-021024D2A774}"/>
              </a:ext>
            </a:extLst>
          </p:cNvPr>
          <p:cNvSpPr/>
          <p:nvPr/>
        </p:nvSpPr>
        <p:spPr>
          <a:xfrm>
            <a:off x="3997627" y="1633270"/>
            <a:ext cx="1537291" cy="8108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Choose</a:t>
            </a:r>
            <a:br>
              <a:rPr lang="en-US" dirty="0"/>
            </a:br>
            <a:r>
              <a:rPr lang="en-US" dirty="0"/>
              <a:t>Decoration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7BA471-B0E6-C4A4-1FD4-A504779D5D9B}"/>
              </a:ext>
            </a:extLst>
          </p:cNvPr>
          <p:cNvCxnSpPr>
            <a:endCxn id="7" idx="1"/>
          </p:cNvCxnSpPr>
          <p:nvPr/>
        </p:nvCxnSpPr>
        <p:spPr>
          <a:xfrm>
            <a:off x="1708030" y="1989109"/>
            <a:ext cx="544180" cy="496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386A11-D2CB-D9D5-FBA1-B37ACAEF7209}"/>
              </a:ext>
            </a:extLst>
          </p:cNvPr>
          <p:cNvCxnSpPr>
            <a:stCxn id="7" idx="3"/>
            <a:endCxn id="11" idx="1"/>
          </p:cNvCxnSpPr>
          <p:nvPr/>
        </p:nvCxnSpPr>
        <p:spPr>
          <a:xfrm>
            <a:off x="3571336" y="2038711"/>
            <a:ext cx="4262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7E4098-443C-99A9-4E2A-91C698B7E4AD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5534918" y="2038711"/>
            <a:ext cx="5610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2BC050-6B21-256E-DC0D-C2BC8C036A54}"/>
              </a:ext>
            </a:extLst>
          </p:cNvPr>
          <p:cNvCxnSpPr>
            <a:cxnSpLocks/>
          </p:cNvCxnSpPr>
          <p:nvPr/>
        </p:nvCxnSpPr>
        <p:spPr>
          <a:xfrm>
            <a:off x="7585129" y="2038711"/>
            <a:ext cx="5610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C06155B-1CCA-DB1B-C0B0-F167875B8035}"/>
              </a:ext>
            </a:extLst>
          </p:cNvPr>
          <p:cNvCxnSpPr>
            <a:cxnSpLocks/>
          </p:cNvCxnSpPr>
          <p:nvPr/>
        </p:nvCxnSpPr>
        <p:spPr>
          <a:xfrm>
            <a:off x="9705789" y="2044462"/>
            <a:ext cx="4086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0634796-E8DF-43FC-9463-5F8E7FE391AF}"/>
              </a:ext>
            </a:extLst>
          </p:cNvPr>
          <p:cNvSpPr txBox="1"/>
          <p:nvPr/>
        </p:nvSpPr>
        <p:spPr>
          <a:xfrm>
            <a:off x="1708030" y="3134265"/>
            <a:ext cx="127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Theaters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530E42-4BCE-10AF-3BF6-470CCAF587AF}"/>
              </a:ext>
            </a:extLst>
          </p:cNvPr>
          <p:cNvSpPr txBox="1"/>
          <p:nvPr/>
        </p:nvSpPr>
        <p:spPr>
          <a:xfrm>
            <a:off x="3997627" y="2811099"/>
            <a:ext cx="2035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Theaters, Decoration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6B5687-5EDF-2D2A-E9B0-8A0DB02794DD}"/>
              </a:ext>
            </a:extLst>
          </p:cNvPr>
          <p:cNvSpPr txBox="1"/>
          <p:nvPr/>
        </p:nvSpPr>
        <p:spPr>
          <a:xfrm>
            <a:off x="6158541" y="2995765"/>
            <a:ext cx="1033731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Add Ons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1E2217-2BB2-BE06-80DD-79BA1CB31964}"/>
              </a:ext>
            </a:extLst>
          </p:cNvPr>
          <p:cNvSpPr txBox="1"/>
          <p:nvPr/>
        </p:nvSpPr>
        <p:spPr>
          <a:xfrm>
            <a:off x="7890655" y="2960782"/>
            <a:ext cx="2035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User Data,</a:t>
            </a:r>
          </a:p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Theatre,  Slot, </a:t>
            </a:r>
          </a:p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Decoration, Add Ons, Coupon</a:t>
            </a:r>
            <a:endParaRPr lang="en-IN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5692B1-7600-9FDF-7B7D-3015C55CED49}"/>
              </a:ext>
            </a:extLst>
          </p:cNvPr>
          <p:cNvSpPr txBox="1"/>
          <p:nvPr/>
        </p:nvSpPr>
        <p:spPr>
          <a:xfrm>
            <a:off x="10114471" y="3134264"/>
            <a:ext cx="15441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Payment Details,</a:t>
            </a:r>
          </a:p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User Data</a:t>
            </a:r>
            <a:endParaRPr lang="en-IN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A3E441-01BB-EE6A-5C40-520036AE001B}"/>
              </a:ext>
            </a:extLst>
          </p:cNvPr>
          <p:cNvSpPr txBox="1"/>
          <p:nvPr/>
        </p:nvSpPr>
        <p:spPr>
          <a:xfrm>
            <a:off x="1362974" y="414068"/>
            <a:ext cx="9907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Data Needed</a:t>
            </a:r>
            <a:endParaRPr lang="en-IN" sz="3200" b="1" dirty="0"/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1607A63B-8EB8-97A3-14AD-D80B5AFF6C76}"/>
              </a:ext>
            </a:extLst>
          </p:cNvPr>
          <p:cNvCxnSpPr>
            <a:cxnSpLocks/>
            <a:endCxn id="22" idx="2"/>
          </p:cNvCxnSpPr>
          <p:nvPr/>
        </p:nvCxnSpPr>
        <p:spPr>
          <a:xfrm rot="5400000" flipH="1" flipV="1">
            <a:off x="1147409" y="3927632"/>
            <a:ext cx="1620496" cy="77242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07692E82-7C48-E072-DCED-3CEE46CC0BBC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1723844" y="3457430"/>
            <a:ext cx="3291700" cy="181906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420FE2E7-6611-EDBD-00CA-7F7A2C0CB893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1723844" y="3365096"/>
            <a:ext cx="4951563" cy="191139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D680925-801E-A67B-4F1A-7258F87CD244}"/>
              </a:ext>
            </a:extLst>
          </p:cNvPr>
          <p:cNvSpPr txBox="1"/>
          <p:nvPr/>
        </p:nvSpPr>
        <p:spPr>
          <a:xfrm>
            <a:off x="2889129" y="3059668"/>
            <a:ext cx="823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 Slots</a:t>
            </a:r>
            <a:endParaRPr lang="en-IN" dirty="0"/>
          </a:p>
        </p:txBody>
      </p: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ADB42816-7171-C0C4-EDBA-557E05BB20B6}"/>
              </a:ext>
            </a:extLst>
          </p:cNvPr>
          <p:cNvCxnSpPr>
            <a:cxnSpLocks/>
            <a:endCxn id="39" idx="2"/>
          </p:cNvCxnSpPr>
          <p:nvPr/>
        </p:nvCxnSpPr>
        <p:spPr>
          <a:xfrm rot="5400000" flipH="1" flipV="1">
            <a:off x="1588517" y="3564327"/>
            <a:ext cx="1847494" cy="157684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DECA31E-998A-1A7A-BE96-EC6229BEC635}"/>
              </a:ext>
            </a:extLst>
          </p:cNvPr>
          <p:cNvSpPr txBox="1"/>
          <p:nvPr/>
        </p:nvSpPr>
        <p:spPr>
          <a:xfrm>
            <a:off x="6618975" y="4688791"/>
            <a:ext cx="127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Coupons</a:t>
            </a:r>
            <a:endParaRPr lang="en-IN" dirty="0">
              <a:solidFill>
                <a:srgbClr val="C00000"/>
              </a:solidFill>
            </a:endParaRPr>
          </a:p>
        </p:txBody>
      </p: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87FB8003-5364-574D-47D2-978971A1A974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1876244" y="4873457"/>
            <a:ext cx="4742731" cy="55543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A95195B-06A9-2122-1DF6-9CFB407B1F05}"/>
              </a:ext>
            </a:extLst>
          </p:cNvPr>
          <p:cNvSpPr txBox="1"/>
          <p:nvPr/>
        </p:nvSpPr>
        <p:spPr>
          <a:xfrm>
            <a:off x="6556432" y="5301903"/>
            <a:ext cx="1271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Booking Details</a:t>
            </a:r>
            <a:endParaRPr lang="en-IN" dirty="0">
              <a:solidFill>
                <a:srgbClr val="C00000"/>
              </a:solidFill>
            </a:endParaRPr>
          </a:p>
        </p:txBody>
      </p: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670E4EC5-86CD-6F9C-85E3-3B44CAB242AF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2028644" y="5581291"/>
            <a:ext cx="4527788" cy="4377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309648A-60A7-8C4E-0B80-F8BB96404532}"/>
              </a:ext>
            </a:extLst>
          </p:cNvPr>
          <p:cNvSpPr txBox="1"/>
          <p:nvPr/>
        </p:nvSpPr>
        <p:spPr>
          <a:xfrm>
            <a:off x="8795703" y="4990239"/>
            <a:ext cx="1271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Communication Template</a:t>
            </a:r>
            <a:endParaRPr lang="en-IN" dirty="0">
              <a:solidFill>
                <a:srgbClr val="C00000"/>
              </a:solidFill>
            </a:endParaRPr>
          </a:p>
        </p:txBody>
      </p: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FBB111F4-E53E-4608-FE70-0EECA8F70627}"/>
              </a:ext>
            </a:extLst>
          </p:cNvPr>
          <p:cNvCxnSpPr>
            <a:cxnSpLocks/>
          </p:cNvCxnSpPr>
          <p:nvPr/>
        </p:nvCxnSpPr>
        <p:spPr>
          <a:xfrm flipV="1">
            <a:off x="2056686" y="5178403"/>
            <a:ext cx="6739017" cy="13035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5910F59-A145-FC2E-3596-7548EE4A3D7D}"/>
              </a:ext>
            </a:extLst>
          </p:cNvPr>
          <p:cNvSpPr txBox="1"/>
          <p:nvPr/>
        </p:nvSpPr>
        <p:spPr>
          <a:xfrm>
            <a:off x="4824320" y="6046187"/>
            <a:ext cx="1732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Role Management</a:t>
            </a:r>
            <a:endParaRPr lang="en-IN" dirty="0">
              <a:solidFill>
                <a:srgbClr val="C00000"/>
              </a:solidFill>
            </a:endParaRPr>
          </a:p>
        </p:txBody>
      </p:sp>
      <p:cxnSp>
        <p:nvCxnSpPr>
          <p:cNvPr id="53" name="Connector: Curved 52">
            <a:extLst>
              <a:ext uri="{FF2B5EF4-FFF2-40B4-BE49-F238E27FC236}">
                <a16:creationId xmlns:a16="http://schemas.microsoft.com/office/drawing/2014/main" id="{B80CC960-C0B5-A6C9-1C84-19813CD294F1}"/>
              </a:ext>
            </a:extLst>
          </p:cNvPr>
          <p:cNvCxnSpPr>
            <a:cxnSpLocks/>
          </p:cNvCxnSpPr>
          <p:nvPr/>
        </p:nvCxnSpPr>
        <p:spPr>
          <a:xfrm>
            <a:off x="2181044" y="5788643"/>
            <a:ext cx="2643276" cy="63566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48AC1D2-CE51-D3B8-9605-D570E507FDB2}"/>
              </a:ext>
            </a:extLst>
          </p:cNvPr>
          <p:cNvSpPr txBox="1"/>
          <p:nvPr/>
        </p:nvSpPr>
        <p:spPr>
          <a:xfrm>
            <a:off x="1980120" y="6141385"/>
            <a:ext cx="173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Packages</a:t>
            </a:r>
            <a:endParaRPr lang="en-IN" dirty="0">
              <a:solidFill>
                <a:srgbClr val="C00000"/>
              </a:solidFill>
            </a:endParaRP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81FEE856-D8A4-AF1C-ED93-0F10CABD876A}"/>
              </a:ext>
            </a:extLst>
          </p:cNvPr>
          <p:cNvCxnSpPr>
            <a:cxnSpLocks/>
          </p:cNvCxnSpPr>
          <p:nvPr/>
        </p:nvCxnSpPr>
        <p:spPr>
          <a:xfrm rot="5400000">
            <a:off x="1931397" y="5967304"/>
            <a:ext cx="428309" cy="3757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158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9BFBBC-C097-B57A-B2A8-0E569087975A}"/>
              </a:ext>
            </a:extLst>
          </p:cNvPr>
          <p:cNvSpPr txBox="1"/>
          <p:nvPr/>
        </p:nvSpPr>
        <p:spPr>
          <a:xfrm>
            <a:off x="765110" y="858416"/>
            <a:ext cx="2836506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Theatre</a:t>
            </a:r>
          </a:p>
          <a:p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Name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/>
              <a:t>desciption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Location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Capacity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Images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Video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Base Price / </a:t>
            </a:r>
            <a:r>
              <a:rPr lang="en-US" dirty="0" err="1"/>
              <a:t>hr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Price / person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Features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Projector detail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Sound System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Others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C6CD5-E75A-330F-8C16-BC4F5E61E1B9}"/>
              </a:ext>
            </a:extLst>
          </p:cNvPr>
          <p:cNvSpPr txBox="1"/>
          <p:nvPr/>
        </p:nvSpPr>
        <p:spPr>
          <a:xfrm>
            <a:off x="4276530" y="858416"/>
            <a:ext cx="283650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Slots</a:t>
            </a:r>
          </a:p>
          <a:p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Name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Start (Date &amp; Time)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End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price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Theatre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Applied coupon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397963-0695-6FA7-21A4-1455D408FBA3}"/>
              </a:ext>
            </a:extLst>
          </p:cNvPr>
          <p:cNvSpPr txBox="1"/>
          <p:nvPr/>
        </p:nvSpPr>
        <p:spPr>
          <a:xfrm>
            <a:off x="7937240" y="858416"/>
            <a:ext cx="283650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Decorations</a:t>
            </a:r>
          </a:p>
          <a:p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Name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price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Theatre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Slot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Images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Video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65358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E6649-1F28-1590-2737-98B696950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4B11A-8A5E-C302-259C-15D8D3C583DA}"/>
              </a:ext>
            </a:extLst>
          </p:cNvPr>
          <p:cNvSpPr txBox="1"/>
          <p:nvPr/>
        </p:nvSpPr>
        <p:spPr>
          <a:xfrm>
            <a:off x="765110" y="858416"/>
            <a:ext cx="283650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Ad-Ons</a:t>
            </a:r>
          </a:p>
          <a:p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Name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/>
              <a:t>desciption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Location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Capacity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Images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Video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Category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Options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&lt;optional&gt;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0D9A82-C9A3-9C50-E749-0CAC4FB298A0}"/>
              </a:ext>
            </a:extLst>
          </p:cNvPr>
          <p:cNvSpPr txBox="1"/>
          <p:nvPr/>
        </p:nvSpPr>
        <p:spPr>
          <a:xfrm>
            <a:off x="4276530" y="858416"/>
            <a:ext cx="283650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Coupons</a:t>
            </a:r>
          </a:p>
          <a:p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Name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Start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End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Count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Coupon Code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Theatre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Type of coupon(percentage/flat)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Value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Description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Conditions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&lt;Options&gt;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B6443-F96D-2B3F-D877-88884A18ED7C}"/>
              </a:ext>
            </a:extLst>
          </p:cNvPr>
          <p:cNvSpPr txBox="1"/>
          <p:nvPr/>
        </p:nvSpPr>
        <p:spPr>
          <a:xfrm>
            <a:off x="7787950" y="27419"/>
            <a:ext cx="4254525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Booking Details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Name of person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Contact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Total price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Theatre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Slot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Number of persons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/>
              <a:t>AdOns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/>
              <a:t>AdOns</a:t>
            </a:r>
            <a:r>
              <a:rPr lang="en-US" sz="2000" dirty="0"/>
              <a:t> options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Decorations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Notes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Advance payment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Coupon Applied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Booking status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Booking date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Email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Discount price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Billing details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Communication status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/>
              <a:t>Txn</a:t>
            </a:r>
            <a:r>
              <a:rPr lang="en-US" sz="2000" dirty="0"/>
              <a:t> IDs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36777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41990-FA21-5568-D699-1DF500EF8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29D59E-0CFF-99B3-3E64-7AED7FA723BD}"/>
              </a:ext>
            </a:extLst>
          </p:cNvPr>
          <p:cNvSpPr txBox="1"/>
          <p:nvPr/>
        </p:nvSpPr>
        <p:spPr>
          <a:xfrm>
            <a:off x="765110" y="858416"/>
            <a:ext cx="28365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Roles</a:t>
            </a:r>
          </a:p>
          <a:p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Name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/>
              <a:t>Desciption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Permissions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299D1B-A802-D95E-21CD-1A6697A1690D}"/>
              </a:ext>
            </a:extLst>
          </p:cNvPr>
          <p:cNvSpPr txBox="1"/>
          <p:nvPr/>
        </p:nvSpPr>
        <p:spPr>
          <a:xfrm>
            <a:off x="4276530" y="858416"/>
            <a:ext cx="283650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Packages</a:t>
            </a:r>
          </a:p>
          <a:p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Name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Description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Photo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Video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Price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Theatre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Decorations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Ad 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Ad Ons options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Conditions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&lt;options&gt;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EEFAE7-0DEC-AF0D-AA9D-BEA143CDAC12}"/>
              </a:ext>
            </a:extLst>
          </p:cNvPr>
          <p:cNvSpPr txBox="1"/>
          <p:nvPr/>
        </p:nvSpPr>
        <p:spPr>
          <a:xfrm>
            <a:off x="7937240" y="858416"/>
            <a:ext cx="283650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Communication Template</a:t>
            </a:r>
          </a:p>
          <a:p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Type of communication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Template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Photos</a:t>
            </a:r>
          </a:p>
        </p:txBody>
      </p:sp>
    </p:spTree>
    <p:extLst>
      <p:ext uri="{BB962C8B-B14F-4D97-AF65-F5344CB8AC3E}">
        <p14:creationId xmlns:p14="http://schemas.microsoft.com/office/powerpoint/2010/main" val="2122772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222</Words>
  <Application>Microsoft Office PowerPoint</Application>
  <PresentationFormat>Widescreen</PresentationFormat>
  <Paragraphs>139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Kumar</dc:creator>
  <cp:lastModifiedBy>Ravi Kumar</cp:lastModifiedBy>
  <cp:revision>15</cp:revision>
  <dcterms:created xsi:type="dcterms:W3CDTF">2025-09-14T09:15:39Z</dcterms:created>
  <dcterms:modified xsi:type="dcterms:W3CDTF">2025-11-08T10:45:34Z</dcterms:modified>
</cp:coreProperties>
</file>